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8908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926080"/>
            <a:ext cx="9144000" cy="73152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999232"/>
            <a:ext cx="9144000" cy="21488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NiveshSaathi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पैसा बढ़ाओ — AI Investment Advisor for Bharat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500M+ Low-Income Indians with AI-Powered Financial Guidance in Hindi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2461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Riti Dubey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5661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Bennett University (Times of India Group)  |  Hackathon Submission 2025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8862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at: https://d-riti-NiveshSaathi.hf.space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— Who Are We Building For?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400800" y="5486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E6C9"/>
                </a:solidFill>
              </a:rPr>
              <a:t>Riti Dubey | Bennett University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2194560" cy="16459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7315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500M+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13258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Indians earn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₹20,000/month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2331720"/>
            <a:ext cx="2194560" cy="16459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24688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74320" y="30632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advisors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to them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697480" y="594360"/>
            <a:ext cx="617220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97480" y="594360"/>
            <a:ext cx="54864" cy="9601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25496" y="667512"/>
            <a:ext cx="5971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Language Barrier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25496" y="923544"/>
            <a:ext cx="5971032" cy="557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finance apps are in English. Bharat speaks Hindi.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697480" y="1664208"/>
            <a:ext cx="617220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697480" y="1664208"/>
            <a:ext cx="54864" cy="960120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25496" y="1737360"/>
            <a:ext cx="5971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No Expense Tracking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825496" y="1993392"/>
            <a:ext cx="5971032" cy="557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rely on memory. No systematic bill tracking.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697480" y="2734056"/>
            <a:ext cx="617220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697480" y="2734056"/>
            <a:ext cx="54864" cy="9601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25496" y="2807208"/>
            <a:ext cx="5971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No Guidance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825496" y="3063240"/>
            <a:ext cx="5971032" cy="557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know to save but don't know WHERE or HOW.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697480" y="3803904"/>
            <a:ext cx="617220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697480" y="3803904"/>
            <a:ext cx="54864" cy="960120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25496" y="3877056"/>
            <a:ext cx="5971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📵 Wrong Alert Channel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825496" y="4133088"/>
            <a:ext cx="5971032" cy="557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is ignored. WhatsApp messages are read.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— NiveshSaathi Feature Architecture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400800" y="5486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E6C9"/>
                </a:solidFill>
              </a:rPr>
              <a:t>Riti Dubey | Bennett University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640080"/>
            <a:ext cx="2834640" cy="192024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640080"/>
            <a:ext cx="2834640" cy="34747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685800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OCR Bill Scanner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38328" y="1051560"/>
            <a:ext cx="261518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EasyOCR reads Hindi + English bills. Extracts TOTAL using smart regex — not just any number.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640080"/>
            <a:ext cx="2834640" cy="192024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640080"/>
            <a:ext cx="2834640" cy="347472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0128" y="685800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4 Autonomous Agents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10128" y="1051560"/>
            <a:ext cx="261518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→ Trend → Plan → Alert. Fully automated pipeline. Runs on every scan.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72200" y="640080"/>
            <a:ext cx="2834640" cy="192024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640080"/>
            <a:ext cx="2834640" cy="347472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81928" y="685800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Hindi RAG Q&amp;A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81928" y="1051560"/>
            <a:ext cx="261518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+ Groq Llama 3. Answers Hindi financial questions with context from curated knowledge.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8600" y="2788920"/>
            <a:ext cx="2834640" cy="192024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2788920"/>
            <a:ext cx="2834640" cy="347472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" y="2834640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WhatsApp Alerts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" y="3200400"/>
            <a:ext cx="261518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sends budget warnings in Hindi. Works on any Android. No app download needed.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0" y="2788920"/>
            <a:ext cx="2834640" cy="192024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2788920"/>
            <a:ext cx="283464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0128" y="2834640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🌳  Growth Visualizer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10128" y="3200400"/>
            <a:ext cx="261518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shown as a growing tree. 4 stages × 4 professions = 16 cached PNG images.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72200" y="2788920"/>
            <a:ext cx="2834640" cy="192024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72200" y="2788920"/>
            <a:ext cx="2834640" cy="34747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81928" y="2834640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Live Market Data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81928" y="3200400"/>
            <a:ext cx="261518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Nifty50, Gold (GOLDBEES), SBI prices via yfinance. Free, no API key required.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— Every Choice Has a Reason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400800" y="5486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E6C9"/>
                </a:solidFill>
              </a:rPr>
              <a:t>Riti Dubey | Bennett University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594360"/>
          <a:ext cx="8595360" cy="422452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Package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Why This Choice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FastAPI 0.109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Backend API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Async, auto-docs, 3x faster than Flask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EasyOCR 1.7.1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OCR Engine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Only library with strong Hindi support. Offline.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NumPy 1.26.4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Core Math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PINNED — only version compatible with ChromaDB 0.4.24 and EasyOCR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OpenCV 4.9.0.80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Image Processing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PINNED — 4.13+ requires NumPy 2.x which breaks ChromaDB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ChromaDB 0.4.24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Vector Database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Local vector store. PINNED — newer versions crash with Rust backend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sentence-transformers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Embeddings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paraphrase-multilingual-MiniLM-L12 supports Hindi natively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Groq API (Llama 3)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LLM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FREE tier — 30 req/min, no GPU, no credit card needed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Twilio 8.10.0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WhatsApp Alerts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Free sandbox for dev. Hindi messages to user's WhatsApp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yfinance 0.2.36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Market Data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Free Yahoo Finance. Live NSE/BSE data, no API key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SQLite (built-in)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Database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Zero setup. Bills, trends, plans, alerts all stored locally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594360"/>
            <a:ext cx="8595360" cy="38404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594360"/>
          <a:ext cx="8595360" cy="38404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Package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1B5E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B5E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B5E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B5E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1B5E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B5E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B5E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B5E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Why This Choice</a:t>
                      </a:r>
                      <a:endParaRPr lang="en-US" sz="900" dirty="0"/>
                    </a:p>
                  </a:txBody>
                  <a:tcPr>
                    <a:lnL w="0" cap="flat" cmpd="sng" algn="ctr">
                      <a:solidFill>
                        <a:srgbClr val="1B5E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B5E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B5E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B5E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78408"/>
          <a:ext cx="8595360" cy="38404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FastAPI 0.109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Backend API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Async, auto-docs, 3x faster than Flask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EasyOCR 1.7.1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OCR Engine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Only library with strong Hindi support. Offline.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NumPy 1.26.4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Core Math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PINNED — only version compatible with ChromaDB 0.4.24 and EasyOCR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OpenCV 4.9.0.80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Image Processing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PINNED — 4.13+ requires NumPy 2.x which breaks ChromaDB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ChromaDB 0.4.24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Vector Database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Local vector store. PINNED — newer versions crash with Rust backend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sentence-transformers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Embeddings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paraphrase-multilingual-MiniLM-L12 supports Hindi natively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Groq API (Llama 3)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LLM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FREE tier — 30 req/min, no GPU, no credit card needed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Twilio 8.10.0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WhatsApp Alerts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Free sandbox for dev. Hindi messages to user's WhatsApp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yfinance 0.2.36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Market Data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Free Yahoo Finance. Live NSE/BSE data, no API key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SQLite (built-in)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Database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Zero setup. Bills, trends, plans, alerts all stored locally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E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Hindi AI (RAG) Works — Step by Step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400800" y="5486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E6C9"/>
                </a:solidFill>
              </a:rPr>
              <a:t>Riti Dubey | Bennett University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1600200" cy="32918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68580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18872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User Asks in Hindi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20040" y="1783080"/>
            <a:ext cx="15087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"RD kya hota hai?"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or "Tax kaise bachayein?"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874520" y="2103120"/>
            <a:ext cx="137160" cy="73152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11680" y="640080"/>
            <a:ext cx="1600200" cy="329184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11680" y="68580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057400" y="118872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Embed Question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057400" y="1783080"/>
            <a:ext cx="15087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Multilingual MiniLM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converts to 384-dim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vector (Hindi-aware)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11880" y="2103120"/>
            <a:ext cx="137160" cy="73152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49040" y="640080"/>
            <a:ext cx="1600200" cy="329184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749040" y="68580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794760" y="118872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Retrieve Context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794760" y="1783080"/>
            <a:ext cx="15087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ChromaDB finds top 3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most similar docs from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11 financial knowledge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documents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349240" y="2103120"/>
            <a:ext cx="137160" cy="73152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0" y="640080"/>
            <a:ext cx="1600200" cy="3291840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0" y="68580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532120" y="118872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Generate Answer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532120" y="1783080"/>
            <a:ext cx="15087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Groq Llama 3 (FREE)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generates Hindi answer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with specific rupee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amounts + examples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086600" y="2103120"/>
            <a:ext cx="137160" cy="73152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0" y="640080"/>
            <a:ext cx="1600200" cy="3291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223760" y="68580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269480" y="118872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User Gets Answer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269480" y="1783080"/>
            <a:ext cx="15087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Simple Hindi response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like a friend who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knows finance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4320" y="4069080"/>
            <a:ext cx="8595360" cy="749808"/>
          </a:xfrm>
          <a:prstGeom prst="rect">
            <a:avLst/>
          </a:prstGeom>
          <a:solidFill>
            <a:srgbClr val="E8F5E9"/>
          </a:solidFill>
          <a:ln w="10160">
            <a:solidFill>
              <a:srgbClr val="A5D6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11480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Base: 11 curated documents in Hindi covering RD, FD, Digital Gold, Post Office schemes, Tax saving, Emergency funds, and budgeting — all with specific rupee amounts and real examples. ChromaDB stores these as multilingual vectors. The entire RAG system runs locally — no cloud, no cost beyond the Groq API (free tier).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Challenges Solved + Live Demo Results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400800" y="5486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E6C9"/>
                </a:solidFill>
              </a:rPr>
              <a:t>Riti Dubey | Bennett University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94360"/>
            <a:ext cx="4206240" cy="3200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1264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We Solved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1005840"/>
            <a:ext cx="4206240" cy="685800"/>
          </a:xfrm>
          <a:prstGeom prst="rect">
            <a:avLst/>
          </a:prstGeom>
          <a:solidFill>
            <a:srgbClr val="FFFFFF"/>
          </a:solidFill>
          <a:ln w="7620">
            <a:solidFill>
              <a:srgbClr val="FFCC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042416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62828"/>
                </a:solidFill>
              </a:rPr>
              <a:t>⚡ ChromaDB Crash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47472" y="126187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</a:rPr>
              <a:t>NumPy 2.x / Rust backend conflict → Pinned chromadb==0.4.24 + threading.Lock()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28600" y="1783080"/>
            <a:ext cx="4206240" cy="685800"/>
          </a:xfrm>
          <a:prstGeom prst="rect">
            <a:avLst/>
          </a:prstGeom>
          <a:solidFill>
            <a:srgbClr val="FFF8E1"/>
          </a:solidFill>
          <a:ln w="7620">
            <a:solidFill>
              <a:srgbClr val="FFCCB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819656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62828"/>
                </a:solidFill>
              </a:rPr>
              <a:t>⚡ Wrong Bill Total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47472" y="203911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</a:rPr>
              <a:t>Summing all amounts → Smart regex matches 'TOTAL ₹X' line explicitly first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28600" y="2560320"/>
            <a:ext cx="4206240" cy="685800"/>
          </a:xfrm>
          <a:prstGeom prst="rect">
            <a:avLst/>
          </a:prstGeom>
          <a:solidFill>
            <a:srgbClr val="FFFFFF"/>
          </a:solidFill>
          <a:ln w="7620">
            <a:solidFill>
              <a:srgbClr val="FFCCB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596896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62828"/>
                </a:solidFill>
              </a:rPr>
              <a:t>⚡ Groq Key Never Worked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47472" y="281635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</a:rPr>
              <a:t>Key was used as env var name (bug) → Fixed to os.environ.get('GROQ_API_KEY')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28600" y="3337560"/>
            <a:ext cx="4206240" cy="685800"/>
          </a:xfrm>
          <a:prstGeom prst="rect">
            <a:avLst/>
          </a:prstGeom>
          <a:solidFill>
            <a:srgbClr val="FFF8E1"/>
          </a:solidFill>
          <a:ln w="7620">
            <a:solidFill>
              <a:srgbClr val="FFCCB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3374136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62828"/>
                </a:solidFill>
              </a:rPr>
              <a:t>⚡ WhatsApp Expiry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47472" y="359359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</a:rPr>
              <a:t>72hr sandbox timeout → keep_alive.py daily ping via Task Scheduler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28600" y="4114800"/>
            <a:ext cx="4206240" cy="685800"/>
          </a:xfrm>
          <a:prstGeom prst="rect">
            <a:avLst/>
          </a:prstGeom>
          <a:solidFill>
            <a:srgbClr val="FFFFFF"/>
          </a:solidFill>
          <a:ln w="7620">
            <a:solidFill>
              <a:srgbClr val="FFCCB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4151376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62828"/>
                </a:solidFill>
              </a:rPr>
              <a:t>⚡ NumPy Conflicts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47472" y="437083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</a:rPr>
              <a:t>opencv 4.13 pulled NumPy 2.x → Pinned opencv==4.9.0.80 + numpy==1.26.4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709160" y="594360"/>
            <a:ext cx="4206240" cy="3200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61264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Live Demo Results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1005840"/>
            <a:ext cx="4206240" cy="685800"/>
          </a:xfrm>
          <a:prstGeom prst="rect">
            <a:avLst/>
          </a:prstGeom>
          <a:solidFill>
            <a:srgbClr val="FFFFFF"/>
          </a:solidFill>
          <a:ln w="7620">
            <a:solidFill>
              <a:srgbClr val="A5D6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28032" y="1042416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5E20"/>
                </a:solidFill>
              </a:rPr>
              <a:t>✅ Bill Scan Accuracy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28032" y="126187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</a:rPr>
              <a:t>Correctly read ₹514.50 TOTAL from restaurant bill (vs wrong ₹2,024 before fix)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709160" y="1783080"/>
            <a:ext cx="4206240" cy="685800"/>
          </a:xfrm>
          <a:prstGeom prst="rect">
            <a:avLst/>
          </a:prstGeom>
          <a:solidFill>
            <a:srgbClr val="E8F5E9"/>
          </a:solidFill>
          <a:ln w="7620">
            <a:solidFill>
              <a:srgbClr val="A5D6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1819656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5E20"/>
                </a:solidFill>
              </a:rPr>
              <a:t>✅ Hindi Q&amp;A Live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828032" y="203911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</a:rPr>
              <a:t>Answered 'RD kya hota hai?' in natural Hindi with specific rupee examples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709160" y="2560320"/>
            <a:ext cx="4206240" cy="685800"/>
          </a:xfrm>
          <a:prstGeom prst="rect">
            <a:avLst/>
          </a:prstGeom>
          <a:solidFill>
            <a:srgbClr val="FFFFFF"/>
          </a:solidFill>
          <a:ln w="7620">
            <a:solidFill>
              <a:srgbClr val="A5D6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2596896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5E20"/>
                </a:solidFill>
              </a:rPr>
              <a:t>✅ WhatsApp Delivered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828032" y="281635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</a:rPr>
              <a:t>Budget exceeded + category spike alerts sent to verified sandbox number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709160" y="3337560"/>
            <a:ext cx="4206240" cy="685800"/>
          </a:xfrm>
          <a:prstGeom prst="rect">
            <a:avLst/>
          </a:prstGeom>
          <a:solidFill>
            <a:srgbClr val="E8F5E9"/>
          </a:solidFill>
          <a:ln w="7620">
            <a:solidFill>
              <a:srgbClr val="A5D6A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28032" y="3374136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5E20"/>
                </a:solidFill>
              </a:rPr>
              <a:t>✅ Investment Plan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828032" y="359359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</a:rPr>
              <a:t>3-bucket allocation (RD 10% + Gold 5% + Emergency 30%) calculated correctly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709160" y="4114800"/>
            <a:ext cx="4206240" cy="685800"/>
          </a:xfrm>
          <a:prstGeom prst="rect">
            <a:avLst/>
          </a:prstGeom>
          <a:solidFill>
            <a:srgbClr val="FFFFFF"/>
          </a:solidFill>
          <a:ln w="7620">
            <a:solidFill>
              <a:srgbClr val="A5D6A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28032" y="4151376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5E20"/>
                </a:solidFill>
              </a:rPr>
              <a:t>✅ HF Deployment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828032" y="437083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</a:rPr>
              <a:t>Deployed on HuggingFace Spaces Docker in under 15 minutes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54864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Impact &amp; Vision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1737360" cy="1097280"/>
          </a:xfrm>
          <a:prstGeom prst="rect">
            <a:avLst/>
          </a:prstGeom>
          <a:solidFill>
            <a:srgbClr val="2E7D32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9144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8F00"/>
                </a:solidFill>
              </a:rPr>
              <a:t>500M+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E6C9"/>
                </a:solidFill>
              </a:rPr>
              <a:t>Target Users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697480" y="868680"/>
            <a:ext cx="1737360" cy="1097280"/>
          </a:xfrm>
          <a:prstGeom prst="rect">
            <a:avLst/>
          </a:prstGeom>
          <a:solidFill>
            <a:srgbClr val="2E7D32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97480" y="9144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8F00"/>
                </a:solidFill>
              </a:rPr>
              <a:t>₹0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697480" y="14630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E6C9"/>
                </a:solidFill>
              </a:rPr>
              <a:t>Cost to User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868680"/>
            <a:ext cx="1737360" cy="1097280"/>
          </a:xfrm>
          <a:prstGeom prst="rect">
            <a:avLst/>
          </a:prstGeom>
          <a:solidFill>
            <a:srgbClr val="2E7D32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9144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8F00"/>
                </a:solidFill>
              </a:rPr>
              <a:t>Hindi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63440" y="14630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E6C9"/>
                </a:solidFill>
              </a:rPr>
              <a:t>Primary Language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629400" y="868680"/>
            <a:ext cx="1737360" cy="1097280"/>
          </a:xfrm>
          <a:prstGeom prst="rect">
            <a:avLst/>
          </a:prstGeom>
          <a:solidFill>
            <a:srgbClr val="2E7D32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9144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8F00"/>
                </a:solidFill>
              </a:rPr>
              <a:t>3 APIs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629400" y="14630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E6C9"/>
                </a:solidFill>
              </a:rPr>
              <a:t>All Free Tier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2212848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financial inclusion story has been about payments — UPI, Jan Dhan, Aadhaar.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chapter is financial intelligence. NiveshSaathi is that next chapter.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just 1% of 500M underserved Indians save ₹500/month because of an app like this —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₹2,500 crore entering productive savings every single month.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611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8F00"/>
                </a:solidFill>
              </a:rPr>
              <a:t>Live: https://d-riti-NiveshSaathi.hf.space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977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5D6A7"/>
                </a:solidFill>
              </a:rPr>
              <a:t>Riti Dubey  |  Bennett University (Times of India Group)  |  2026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3159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Thank You — Questions Welcome!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1068</Words>
  <Application>Microsoft Office PowerPoint</Application>
  <PresentationFormat>On-screen Show (16:9)</PresentationFormat>
  <Paragraphs>181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NiveshSaathi — AI Investment Advisor for Bharat</dc:title>
  <dc:subject>PptxGenJS Presentation</dc:subject>
  <dc:creator>Riti Dubey</dc:creator>
  <cp:lastModifiedBy>Riti Dubey</cp:lastModifiedBy>
  <cp:revision>2</cp:revision>
  <dcterms:created xsi:type="dcterms:W3CDTF">2026-04-19T18:55:11Z</dcterms:created>
  <dcterms:modified xsi:type="dcterms:W3CDTF">2026-04-20T10:44:47Z</dcterms:modified>
</cp:coreProperties>
</file>